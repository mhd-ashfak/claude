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280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91695" cy="1280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4E79"/>
                </a:solidFill>
                <a:latin typeface="Arial"/>
              </a:rPr>
              <a:t>EduPulse</a:t>
            </a:r>
          </a:p>
          <a:p>
            <a:pPr algn="ctr"/>
            <a:r>
              <a:rPr sz="2200" b="0" i="0">
                <a:solidFill>
                  <a:srgbClr val="2E74B5"/>
                </a:solidFill>
                <a:latin typeface="Arial"/>
              </a:rPr>
              <a:t>An Integrated Student Growth, Wellness &amp; Community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EAF1F8"/>
                </a:solidFill>
                <a:latin typeface="Arial"/>
              </a:rPr>
              <a:t>SKILL DEVELOPMENT PROJECT I  •  ICT 1108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Group Name : Track Forge  (Group 4)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Project Mentor : Mr. Husny Mohamed  –  Lecturer (Probationary)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Dept. of ICT, Faculty of Technology, Rajarata University of Sri Lanka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146304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AF1F8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A6A7A"/>
                </a:solidFill>
                <a:latin typeface="Arial"/>
              </a:rPr>
              <a:t>EduPulse  |  ICT 1108  |  Group 4 - Track 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EduPulse is a web-based platform where students track academic, athletic &amp; community life in one place.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5A6A7A"/>
                </a:solidFill>
                <a:latin typeface="Arial"/>
              </a:rPr>
              <a:t>–  What: A single dashboard combining study analysis, sports logging &amp; a campus community hub.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5A6A7A"/>
                </a:solidFill>
                <a:latin typeface="Arial"/>
              </a:rPr>
              <a:t>–  Motivation: University life = studies + sports + clubs, but tools today are scattered.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Importance: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5A6A7A"/>
                </a:solidFill>
                <a:latin typeface="Arial"/>
              </a:rPr>
              <a:t>–  Replaces paper timetables, alarms &amp; WhatsApp groups with one centralized platform.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5A6A7A"/>
                </a:solidFill>
                <a:latin typeface="Arial"/>
              </a:rPr>
              <a:t>–  Encourages a healthy study–health–community balance and better time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146304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AF1F8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A6A7A"/>
                </a:solidFill>
                <a:latin typeface="Arial"/>
              </a:rPr>
              <a:t>EduPulse  |  ICT 1108  |  Group 4 - Track 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Students have no single system to manage studies, sports &amp; community activities.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Study time is not tracked – hard to see which subjects are being neglected.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Sports are planned informally and often skipped with no record.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Event details are scattered across many channels – deadlines &amp; events get missed.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Result: poor time management and an unbalanced learning–life routine.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0" i="0">
                <a:solidFill>
                  <a:srgbClr val="222B35"/>
                </a:solidFill>
                <a:latin typeface="Arial"/>
              </a:rPr>
              <a:t>▪  Need: one simple, secure platform to plan, track &amp; get reminders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Aims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146304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AF1F8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A6A7A"/>
                </a:solidFill>
                <a:latin typeface="Arial"/>
              </a:rPr>
              <a:t>EduPulse  |  ICT 1108  |  Group 4 - Track Forge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0515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4E79"/>
                </a:solidFill>
                <a:latin typeface="Arial"/>
              </a:rPr>
              <a:t>Aim:  </a:t>
            </a:r>
            <a:r>
              <a:rPr sz="1800" b="0" i="0">
                <a:solidFill>
                  <a:srgbClr val="222B35"/>
                </a:solidFill>
                <a:latin typeface="Arial"/>
              </a:rPr>
              <a:t>Develop a web-based system that helps students plan, record &amp; visualize their academic, athletic and community engagements in one unified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2E74B5"/>
                </a:solidFill>
                <a:latin typeface="Arial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9728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Build a central dashboard: overview of all activities, calendar &amp; reminders.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Provide secure accounts with view, edit &amp; logout while protecting data.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Create role-based logins for Students, Community Admins &amp; System Admins.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Integrate a manual study focus timer &amp; subject-wise study loggers.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Build an athletic logging interface for exercise schedules &amp; durations.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Design a hub for club management, group registrations &amp; event sign-ups.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146304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AF1F8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A6A7A"/>
                </a:solidFill>
                <a:latin typeface="Arial"/>
              </a:rPr>
              <a:t>EduPulse  |  ICT 1108  |  Group 4 - Track 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2E74B5"/>
                </a:solidFill>
                <a:latin typeface="Arial"/>
              </a:rPr>
              <a:t>Waterfall Approach (7 Phases)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760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Requirement Gathering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UI / UX Design (wireframes)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Frontend Development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Backend &amp; Database Integration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Authentication &amp; Role Access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B35"/>
                </a:solidFill>
                <a:latin typeface="Arial"/>
              </a:rPr>
              <a:t>▪  Testing, then Documentation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325880"/>
            <a:ext cx="5074920" cy="46177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463040"/>
            <a:ext cx="45720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1F4E79"/>
                </a:solidFill>
                <a:latin typeface="Arial"/>
              </a:rPr>
              <a:t>Languages &amp; Tools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Frontend: HTML5, CSS3, JavaScript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Backend: PHP (procedural)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Database: MySQL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IDE: Visual Studio Code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Design: Figma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Version Control: Git &amp; GitHub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222B35"/>
                </a:solidFill>
                <a:latin typeface="Arial"/>
              </a:rPr>
              <a:t>▪  Testing: Manual + Chrome DevTools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Work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146304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AF1F8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A6A7A"/>
                </a:solidFill>
                <a:latin typeface="Arial"/>
              </a:rPr>
              <a:t>EduPulse  |  ICT 1108  |  Group 4 - Track 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1">
                <a:solidFill>
                  <a:srgbClr val="5A6A7A"/>
                </a:solidFill>
                <a:latin typeface="Arial"/>
              </a:rPr>
              <a:t>Gantt chart – tasks scheduled from 19 Jun to 18 Aug 2026</a:t>
            </a:r>
          </a:p>
        </p:txBody>
      </p:sp>
      <p:pic>
        <p:nvPicPr>
          <p:cNvPr id="8" name="Picture 7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607040" cy="4922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</a:rPr>
              <a:t>Group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146304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EAF1F8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5A6A7A"/>
                </a:solidFill>
                <a:latin typeface="Arial"/>
              </a:rPr>
              <a:t>EduPulse  |  ICT 1108  |  Group 4 - Track Forge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1554480"/>
          <a:ext cx="92354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108960"/>
                <a:gridCol w="2194560"/>
              </a:tblGrid>
              <a:tr h="61395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anchor="ctr" marL="13716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Registration ID</a:t>
                      </a:r>
                    </a:p>
                  </a:txBody>
                  <a:tcPr anchor="ctr" marL="13716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Index No.</a:t>
                      </a:r>
                    </a:p>
                  </a:txBody>
                  <a:tcPr anchor="ctr" marL="137160">
                    <a:solidFill>
                      <a:srgbClr val="1F4E7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M.R.M. Asfak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ITT/2024/011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2696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M.A.M. Ahsan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ITT/2024/009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2694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M.A.F. Askiya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ITT/2024/012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2697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M.N. Hamna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ITT/2024/043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2728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A.K.M. Bandara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ITT/2024/015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2700</a:t>
                      </a:r>
                    </a:p>
                  </a:txBody>
                  <a:tcPr anchor="ctr" marL="137160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P.R.N. Lakshani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ITT/2024/060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22B35"/>
                          </a:solidFill>
                          <a:latin typeface="Arial"/>
                        </a:rPr>
                        <a:t>2745</a:t>
                      </a:r>
                    </a:p>
                  </a:txBody>
                  <a:tcPr anchor="ctr" marL="137160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/>
            <a:r>
              <a:rPr sz="2000" b="0" i="0">
                <a:solidFill>
                  <a:srgbClr val="EAF1F8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